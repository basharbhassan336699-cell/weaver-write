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[عنوان العرض]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[العنوان الفرعي]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[عنوان الشريحة]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[النقطة الأولى]</a:t>
            </a:r>
          </a:p>
          <a:p>
            <a:r>
              <a:t>[النقطة الثانية]</a:t>
            </a:r>
          </a:p>
          <a:p>
            <a:r>
              <a:t>[النقطة الثالثة]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