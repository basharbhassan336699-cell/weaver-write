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>
                <a:solidFill>
                  <a:srgbClr val="1B2A4A"/>
                </a:solidFill>
                <a:latin typeface="Kufyan Arabic"/>
              </a:rPr>
              <a:t>جدول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11535" cy="1828800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5455767"/>
                <a:gridCol w="5455768"/>
              </a:tblGrid>
              <a:tr h="457200">
                <a:tc>
                  <a:txBody>
                    <a:bodyPr/>
                    <a:lstStyle/>
                    <a:p>
                      <a:pPr algn="r" rtl="1"/>
                      <a:r>
                        <a:rPr b="1" sz="1300">
                          <a:solidFill>
                            <a:srgbClr val="FFFFFF"/>
                          </a:solidFill>
                          <a:latin typeface="Kufyan Arabic"/>
                        </a:rPr>
                        <a:t>القيمة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b="1" sz="1300">
                          <a:solidFill>
                            <a:srgbClr val="FFFFFF"/>
                          </a:solidFill>
                          <a:latin typeface="Kufyan Arabic"/>
                        </a:rPr>
                        <a:t>البند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rtl="1"/>
                      <a:r>
                        <a:rPr sz="1200">
                          <a:solidFill>
                            <a:srgbClr val="222A38"/>
                          </a:solidFill>
                          <a:latin typeface="Kufyan Arabic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>
                          <a:solidFill>
                            <a:srgbClr val="222A38"/>
                          </a:solidFill>
                          <a:latin typeface="Kufyan Arabic"/>
                        </a:rPr>
                        <a:t>الأول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r" rtl="1"/>
                      <a:r>
                        <a:rPr sz="1200">
                          <a:solidFill>
                            <a:srgbClr val="222A38"/>
                          </a:solidFill>
                          <a:latin typeface="Kufyan Arabic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>
                          <a:solidFill>
                            <a:srgbClr val="222A38"/>
                          </a:solidFill>
                          <a:latin typeface="Kufyan Arabic"/>
                        </a:rPr>
                        <a:t>الثاني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r" rtl="1"/>
                      <a:r>
                        <a:rPr b="1" sz="1200">
                          <a:solidFill>
                            <a:srgbClr val="1A1A1A"/>
                          </a:solidFill>
                          <a:latin typeface="Kufyan Arabic"/>
                        </a:rPr>
                        <a:t>300</a:t>
                      </a:r>
                    </a:p>
                  </a:txBody>
                  <a:tcPr>
                    <a:solidFill>
                      <a:srgbClr val="C8A04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b="1" sz="1200">
                          <a:solidFill>
                            <a:srgbClr val="1A1A1A"/>
                          </a:solidFill>
                          <a:latin typeface="Kufyan Arabic"/>
                        </a:rPr>
                        <a:t>الإجمالي</a:t>
                      </a:r>
                    </a:p>
                  </a:txBody>
                  <a:tcPr>
                    <a:solidFill>
                      <a:srgbClr val="C8A0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